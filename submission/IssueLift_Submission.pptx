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HACKTOBERFEST 2026 SUBMISSION • GEMMA 4 OPEN WEIGHTS TRACK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IssueLift v1.3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Issue URL to a Proven Next Step Before Anyone Edits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App: https://issue-lift.vercel.app/   •   GitHub: https://github.com/rudraarcadeskills-art/IssueLift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0698480" cy="347472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880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PROMISE &amp; PRE-IMPLEMENTATION INNOVATION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Problem: Newcomers pick issues, spend days coding, only to be rejected because their definition of "done" diverged from maintainer intent, or because tests were never identified before coding.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Solution: IssueLift intercepts the workflow BEFORE code edits begin. Paste any public GitHub issue URL: IssueLift indexes bounded repo manifests, uses Google Gemma 4 to compile a structured Contribution Contract, traces requirements to real test evidence, and drafts copy-ready maintainer questions.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Zero-Budget Invariant: Real GitHub REST data + Google Gemma 4 free tier + deterministic offline Claim Gate. Never executes untrusted repository code on the host server.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SNAPSHOT &amp;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Categories vs. IssueLift Pre-Edit Contract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457200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/ 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 Well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IssueLift Does NOT Copy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IssueLift Differentiation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GoodFirst / IssueScout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discovery, beginner issue pickers, difficulty tags.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not build another issue directory or generic difficulty score.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AFTER the issue is picked; defines contract before code edits.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Ossistant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 chatbot, general explanation of open source programs.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not build a conversational chat assistant.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Deterministic, structured, exportable Proof Bundle artifacts.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CodeRabbit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post-PR code review and pre-merge checks.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not build post-PR code review.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Pre-PR clarification: align on "done" before submitting PRs.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Copilot / SWE-agent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coding agents creating automated pull requests.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not compete as an autonomous patch agent.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contributor empowerment: verifiable truth trail &amp; test radar.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WORKFLOW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Contract Compiler (What Does "Done" Mean?)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33756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1. Explicit vs. Inferred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Explicit Quotes: Direct issue excerpts are retained verbatim as AC-01, AC-02, etc. and linked to GitHub.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AI-Proposed: Missing requirements are clearly quarantined and labelled AI-INFERRED. Never masquerade as maintainer approved.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In-Memory Editing: Contributor can edit criteria or toggle "Needs Clarification" in real time without database overhead.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16552" y="1554480"/>
            <a:ext cx="333756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2. Readiness Gate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9432" y="228600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ACTIONABLE: Issue open, unassigned, candidate source files identified, test evidence mapped.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CLARIFY FIRST: Closed on GitHub, assigned to another engineer, or ambiguous criteria require maintainer confirmation.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EVIDENCE-LIMITED: Truncated repository tree or missing setup documentation disclosed honestly.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554480"/>
            <a:ext cx="333756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737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3. Copy-Ready Handoff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84464" y="2286000"/>
            <a:ext cx="2971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Specific Question: Cites the exact triggering ambiguity from the issue, not generic conversational filler.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Proposed Additions: Drafts concrete acceptance criteria additions for maintainer blessing.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Never Auto-Posts: Contributor edits and copies to clipboard manually. Respects maintainer space.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WORKFLOW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Acceptance-to-Test TraceMap &amp; Test Gap Radar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4-NODE VERIFIED EVIDENCE CHAINS &amp; HONEST CAVEATS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1. Requirement Node: Explicit issue quote (e.g. AC-01) with direct clickable link back to GitHub discussion.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2. Candidate Implementation Node: File path confirmed in fetched repository tree. Path existence is VERIFIED; relevance remains AI-INFERRED until validated.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3. Candidate Test Node: Test file or spec candidate identified. Status: TEST EVIDENCE FOUND, or NO TEST EVIDENCE FOUND IN SCANNED FILES.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4. Documented Test Command: Documented npm/cargo/pytest command extracted from README/CONTRIBUTING with direct file citation.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1F5F9"/>
                </a:solidFill>
              </a:rPr>
              <a:t>• TEST GAP RADAR &amp; HONEST UNCERTAINTY: Scans are strictly bounded by API limits. When no test evidence is identified in scanned files, IssueLift generates a Test Gap card explaining what was checked, why uncertainty exists, and proposing a manual verification scenario. It NEVER claims "no tests exist" in the repository or invents false coverage percentages.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ARCHITECTURE &amp;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Proposes; Deterministic Claim Gate Verifies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6636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Gemma 4 Reasoning Engine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4028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Server-Side Integration: Official @google/genai SDK on Next.js server route handlers.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Verified Model: gemma-4-26b-a4b-it via Google AI Studio free tier.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Secret Isolation: GEMMA_API_KEY is never leaked to browser, git, or client bundles.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Prompt Injection Defense: Issue body and comments are explicitly isolated as untrusted data.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Structured Zod Schema: Validates requirement criteria, status rationales, and handoff questions.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166360" cy="4572000"/>
          </a:xfrm>
          <a:prstGeom prst="rect">
            <a:avLst/>
          </a:prstGeom>
          <a:solidFill>
            <a:srgbClr val="121A2B"/>
          </a:solidFill>
          <a:ln w="12700">
            <a:solidFill>
              <a:srgbClr val="232F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830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Deterministic Claim Gate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Real Tree Validation: Checks every candidate path against the fetched repository tree.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Hallucination Rejection: Nonexistent paths and hallucinated source IDs are demoted to UNKNOWN and logged in the audit ledger.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Safe Missing-Key Fallback: If GEMMA_API_KEY is absent, the deterministic baseline compiler activates. Zero broken screens or dummy results.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• Zero Code Execution: Never runs repository scripts, never executes scanned code on server.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BENCHMARK INVARIANTS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ProofBench: 7/7 Fixtures Passing (100% Offline)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*ProofBench evaluates 7 deterministic guardrail fixtures in eval/fixtures/ — distinct from the 78 unit tests in tests/ (Vitest).*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Tested Guardrail Invariant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Outcome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Observed Result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 Criterion + Verified Source and Test Evidence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Paths verified in tree, zero rejected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(Verdict: ACTIONABLE, Test Evidence Found)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Vague Issue with Implicit Requirements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criteria labelled INFERRED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(Verdict: CLARIFY FIRST, Criteria AI-PROPOSED)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Test Evidence in Bounded Context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Phrased "No test evidence found in scanned files"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(Bounded scan caveat respected)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Fabricated File Path &amp; Hallucinated Source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 Gate rejects &amp; demotes path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(1 path rejected, logged in audit ledger)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Truncated Repository Tree Context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Yields SCAN INCOMPLETE / 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(Verdict: EVIDENCE-LIMITED)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Untrusted Instruction / Prompt Injection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 treated as text; cannot bypass gate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(Closed status maintained; CLARIFY FIRST)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fixture-07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Setup Documentation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 commands remain 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(Zero fabricated setup commands)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HACKTOBERFEST 2026 THEME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Open Innovation Matter?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solidFill>
            <a:srgbClr val="121A2B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F1F5F9"/>
                </a:solidFill>
              </a:rPr>
              <a:t>"IssueLift turns an open issue into a reviewable Contribution Contract and evidence-to-test map before coding begins. The deterministic Claim Gate can be inspected and improved; the public ProofBench lets contributors add counterexamples whenever a path, citation, requirement or test-evidence label is wrong. This makes reliability rules—not only UI code—open to community inspection and extension. We claim no impact numbers until measured."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COMMUNITY PARTICIPATION WITHOUT TOUCHING MODEL WEIGHTS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41148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1. Inspectable Reliability: Proprietary AI tools hide reasoning failures behind opaque confidence scores. IssueLift makes every invariant inspectable in public fixtures.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2. Community Counterexamples: A newcomer who finds a hallucinated path or mislabeled test file can submit a fixture in eval/fixtures/ without retraining an LLM.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</a:rPr>
              <a:t>3. Sustainable Maintainer Health: Instead of flooding repositories with automated PR spam, open innovation here means higher signal: questions asked early, tests identified first.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Compliance Matrix &amp; Submission Readiness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45720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Rubric Criterion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Artifact / Proof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Proper README &amp; Tests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README.md verified; 78 unit tests passing across 4 suites (vitest in tests/)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(78/78 Passing)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Gemma Central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Server-side @google/genai calls gemma-4-26b-a4b-it; fallback baseline compiler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(Live &amp; fallback)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Features 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app: https://issue-lift.vercel.app/ &amp; local Next.js on port 3000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(Verified)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Open Source Repo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repo: https://github.com/rudraarcadeskills-art/IssueLift (clean diff, 0 secrets)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(Verified)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Innovation &amp; Problem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Pre-edit Contribution Contract + 4-Node TraceMap + Claim Gate + ProofBundle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(P0 workflow complete)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Why Open Innovation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Slide #7, README section, and docs/open-innovation.md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(Verified)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Community Playbook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CONTRIBUTING.md, Code of Conduct, newcomer templates, ProofBench guide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(Verified)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 Demo Deck &amp; Script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submission/IssueLift_Submission.pptx (8 slides) + 3-4 min demo in docs/demo-script.md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(Generated)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 Setup &amp; ProofBench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install guide (Node 18.17+/20+) + 7/7 ProofBench evaluation fixtures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7F3D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(7/7 Fixtures)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2026-10-29T09:29:47Z</dcterms:created>
  <dcterms:modified xsi:type="dcterms:W3CDTF">2026-10-29T09:29:47Z</dcterms:modified>
</cp:coreProperties>
</file>