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5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HACKTOBERFEST 2026 SUBMISSION • GEMMA 4 OPEN WEIGHTS TRACK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IssueLift v1.3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77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Issue URL to a Proven Next Step Before Anyone Edits Code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2651760"/>
            <a:ext cx="1069848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926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5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PROMISE &amp; INNOVATION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338328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1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Problem: Newcomers pick issues, spend days coding, only to be rejected because their definition of "done" diverged from maintainer intent, or because tests were never identified.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1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Solution: IssueLift intercepts the contribution workflow BEFORE code edits begin. It compiles real GitHub issues into evidence-backed Contribution Contracts, maps criteria to test evidence, and drafts copy-ready maintainer questions.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1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Zero-Budget Invariant: Real GitHub REST data + Google Gemma 4 free tier + deterministic offline Claim Gate. Never executes untrusted repository code.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5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SNAPSHOT &amp; 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Categories vs. IssueLift Pre-Edit Contract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/>
              <a:tblGrid>
                <a:gridCol w="2674620"/>
                <a:gridCol w="2674620"/>
                <a:gridCol w="2674620"/>
                <a:gridCol w="2674620"/>
              </a:tblGrid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 / Category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 Well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IssueLift Does NOT Copy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7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IssueLift Differentiation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57F5"/>
                    </a:solidFill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GoodFirst / IssueScout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discovery, beginner issue pickers, difficulty tags.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build another issue directory or generic difficulty score.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Starts AFTER the issue is picked; defines contract before code edits.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Ossistant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 chatbot, general explanation of open source programs.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build a conversational chat assistant.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Deterministic, structured, exportable Proof Bundle artifacts.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CodeRabbit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post-PR code review and pre-merge checks.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build post-PR code review.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Pre-PR clarification: align on "done" before submitting PRs.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778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 Copilot / SWE-agent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Autonomous coding agents creating automated pull requests.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not compete as an autonomous patch agent.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contributor empowerment: verifiable truth trail &amp; test radar.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5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WORKFLOW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Contract Compiler (What Does "Done" Mean?)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3375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057F5"/>
                </a:solidFill>
              </a:rPr>
              <a:t>1. Explicit vs. Inferred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29718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Explicit Quotes: Direct issue excerpts are retained verbatim as AC-01, AC-02, etc. and linked to GitHub.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AI-Proposed: Missing requirements are clearly labelled AI-INFERRED. Never masquerade as maintainer approved.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In-Memory Editing: Contributor can edit criteria or toggle "Needs Clarification" without database overhead.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416552" y="1645920"/>
            <a:ext cx="33375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18288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77BFF"/>
                </a:solidFill>
              </a:rPr>
              <a:t>2. Readiness Gate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377440"/>
            <a:ext cx="29718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ACTIONABLE: Issue open, unassigned, candidate source files identified, test evidence mapped.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CLARIFY FIRST: Closed on GitHub, assigned to another engineer, or ambiguous criteria require maintainer confirmation.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EVIDENCE-LIMITED: Truncated repository tree or missing setup documentation disclosed honestly.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645920"/>
            <a:ext cx="33375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4464" y="1828800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C7C9"/>
                </a:solidFill>
              </a:rPr>
              <a:t>3. Copy-Ready Handoff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84464" y="2377440"/>
            <a:ext cx="29718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Specific Question: Cites the exact triggering ambiguity from the issue, not generic conversational filler.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Proposed Additions: Drafts concrete acceptance criteria additions for maintainer blessing.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Never Auto-Posts: Contributor edits and copies to clipboard manually. Respects maintainer space.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5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SIGNATURE WORKFLOW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Acceptance-to-Test TraceMap &amp; Test Gap Radar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9202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057F5"/>
                </a:solidFill>
              </a:rPr>
              <a:t>4-NODE VERIFIED EVIDENCE CHAINS &amp; HONEST CAVEATS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2377440"/>
            <a:ext cx="100584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7152D"/>
                </a:solidFill>
              </a:rPr>
              <a:t>1. Requirement Node: Explicit issue quote (e.g. AC-01) with link back to GitHub discussion.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7152D"/>
                </a:solidFill>
              </a:rPr>
              <a:t>2. Candidate Implementation Node: File path confirmed in fetched repository tree. Path existence is VERIFIED; relevance remains AI-INFERRED until validated.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7152D"/>
                </a:solidFill>
              </a:rPr>
              <a:t>3. Candidate Test Node: Test file or spec candidate identified. Status: TEST EVIDENCE FOUND, or NO TEST EVIDENCE FOUND IN SCANNED FILES.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7152D"/>
                </a:solidFill>
              </a:rPr>
              <a:t>4. Documented Test Command: Documented npm/cargo/pytest command extracted from README/CONTRIBUTING with direct file citation.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7152D"/>
                </a:solidFill>
              </a:rPr>
              <a:t>• TEST GAP RADAR: When no test evidence is identified in the scanned files, IssueLift generates a Test Gap card explaining what was checked, why uncertainty exists, and proposing a manual verification scenario. It NEVER claims "no tests exist" or fabricates coverage percentages.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5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ARCHITECTURE &amp; GUARDRAILS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4 Proposes; Deterministic Claim Gate Verifies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1663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77BFF"/>
                </a:solidFill>
              </a:rPr>
              <a:t>Gemma 4 Reasoning Engine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377440"/>
            <a:ext cx="46177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Server-Side Integration: Official @google/genai SDK on Next.js server route handlers.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Verified Model: gemma-4-26b-a4b-it via Google AI Studio free tier.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Secret Isolation: GEMMA_API_KEY is never leaked to browser, git, or client bundles.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Prompt Injection Defense: Issue body and comments are explicitly isolated as untrusted data.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Structured Zod Schema: Validates requirement criteria, status rationales, and handoff questions.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16636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F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19202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6C7C9"/>
                </a:solidFill>
              </a:rPr>
              <a:t>Deterministic Claim Gate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377440"/>
            <a:ext cx="46177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Real Tree Validation: Checks every candidate path against the fetched repository tree.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Hallucination Rejection: Nonexistent paths and hallucinated source IDs are demoted to UNKNOWN and logged in the audit ledger.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Safe Missing-Key Fallback: If GEMMA_API_KEY is absent, the deterministic baseline compiler activates. Zero broken screens or dummy results.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• Zero Code Execution: Never runs repository scripts, never executes scanned code on server.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5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&amp; BENCHMARK INVARIANTS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ProofBench: 7/7 Fixtures Passing (100% Offline)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/>
              <a:tblGrid>
                <a:gridCol w="2674620"/>
                <a:gridCol w="2674620"/>
                <a:gridCol w="2674620"/>
                <a:gridCol w="26746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 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Tested Guardrail Invariant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Outcome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Result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52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 Criterion + Verified Source and Test Evidence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Paths verified in tree, zero rejected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ACTIONABLE, Test Evidence Found)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Vague Issue with Implicit Requirements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 criteria labelled INFERRED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CLARIFY FIRST, Criteria AI-PROPOSED)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Test Evidence in Bounded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Phrased "No test evidence found in scanned files"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(Bounded scan caveat respected)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Fabricated File Path &amp; Hallucinated Source ID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Claim Gate rejects &amp; demotes path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(1 path rejected, logged in audit ledger)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Truncated Repository Tree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Yields SCAN INCOMPLETE / 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(Verdict: EVIDENCE-LIMITED)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Untrusted Instruction / Prompt Injection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 injection treated as text; cannot bypass gate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(Closed status maintained; CLARIFY FIRST)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fixture-07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Missing Setup Documentation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Setup commands remain 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(Zero fabricated setup commands)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5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HACKTOBERFEST 2026 THEME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Does Open Innovation Matter?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698480" cy="4389120"/>
          </a:xfrm>
          <a:prstGeom prst="rect">
            <a:avLst/>
          </a:prstGeom>
          <a:solidFill>
            <a:srgbClr val="FFFFFF"/>
          </a:solidFill>
          <a:ln w="25400">
            <a:solidFill>
              <a:srgbClr val="7057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01168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i="1" dirty="0">
                <a:solidFill>
                  <a:srgbClr val="17152D"/>
                </a:solidFill>
              </a:rPr>
              <a:t>"IssueLift turns an open issue into a reviewable Contribution Contract and evidence-to-test map before coding begins. The deterministic Claim Gate can be inspected and improved; the public ProofBench lets contributors add counterexamples whenever a path, citation, requirement or test-evidence label is wrong. This makes reliability rules—not only UI code—open to community inspection and extension. We claim no impact numbers until measured."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057F5"/>
                </a:solidFill>
              </a:rPr>
              <a:t>COMMUNITY PARTICIPATION WITHOUT TOUCHING MODEL WEIGHTS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411480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1. Inspectable Reliability: Proprietary AI tools hide reasoning failures behind opaque confidence scores. IssueLift makes every invariant inspectable in public fixtures.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2. Community Counterexamples: A newcomer who finds a hallucinated path or mislabeled test file can submit a fixture in eval/fixtures/ without retraining an LLM.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7152D"/>
                </a:solidFill>
              </a:rPr>
              <a:t>3. Sustainable Maintainer Health: Instead of flooding repositories with automated PR spam, open innovation here means higher signal: questions asked early, tests identified first.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05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1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 Compliance Matrix &amp; Submission Readiness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698480" cy="438912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Rubric Criterion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 Artifact / Proof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Verification 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7B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Proper README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README.md with architecture, setup, tests, screenshots, limitations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Gemma Central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@google/genai calls gemma-4-26b-a4b-it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(Live &amp; baseline fallback)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Features Work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Next.js App Router live on port 3000; /api/health and /api/analyze operational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Open Source Repo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git repository initialized, clean diff, zero secrets tracked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(Ready for push)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Innovation &amp; Problem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Contribution Contract + TraceMap + Claim Gate + ProofBundle + ProofBench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(P0 workflow complete)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 Why Open Innovation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Explicit slide #7, README section, and docs/open-innovation.md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 Community Playbook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CONTRIBUTING.md, Code of Conduct, newcomer templates, ProofBench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 Demo Deck &amp; Script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submission/IssueLift_Submission.pptx + 60-90s demo script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(Generated)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 Setup Guide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.env.example, .env.local.example, clean install commands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(Verified)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0C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2026-10-26T06:34:07Z</dcterms:created>
  <dcterms:modified xsi:type="dcterms:W3CDTF">2026-10-26T06:34:07Z</dcterms:modified>
</cp:coreProperties>
</file>